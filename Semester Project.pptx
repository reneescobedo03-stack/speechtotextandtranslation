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57" r:id="rId7"/>
    <p:sldId id="258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931DDB-651A-471D-B9A7-32724FBFA318}" v="7" dt="2026-05-03T04:26:04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9A4F6-F1CE-FF3B-9F0A-9D150D138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85ABF-0E57-EA57-1F87-A8C5FF43A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D5964-CDC6-5F2E-2F9C-E4ED00347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58F16-8462-4B95-BE03-8920F6A883B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28413-5892-DB7F-DE32-E2C2B335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C3024-9E8F-80A4-57FB-34BAA55F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EEF64-B412-42EB-ACAF-9695C95E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6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BFFDB-FD8C-8A33-A190-B8069FE9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6F384-A9AA-E5D9-0177-817669A01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26AF2-594A-8438-7756-D87EFE00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58F16-8462-4B95-BE03-8920F6A883B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E237F-6FC8-4101-D28A-DECF7ECE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41EF8-B856-0734-F18C-C7931834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EEF64-B412-42EB-ACAF-9695C95E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9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AF19E-EDC8-EC58-DDA1-086178AFB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832F0-DB5C-D18F-D0E4-F901612A4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B0EFE-D6F2-4C37-3141-B9B348FE0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58F16-8462-4B95-BE03-8920F6A883B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79088-E750-A613-0AD4-D40074DA9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70507-3BF2-78B5-61EF-658887E3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EEF64-B412-42EB-ACAF-9695C95E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8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12995-A76C-7B2F-0A75-A5BBC3708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139D-C321-368E-64C0-0D43E9C66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11F41-26E6-3EBC-52F7-8C45B8B3C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6CD91-DD59-1022-1AD8-D015E5E22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58F16-8462-4B95-BE03-8920F6A883B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F26C3-972A-500D-8127-042909164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2E0EB-B0F9-4438-ACAB-F7A9B185C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EEF64-B412-42EB-ACAF-9695C95E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77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C46AD-D3F1-0146-C8A2-5DAD2141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F34B6-0EA1-1EF4-0764-ECEA97240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7117D-1342-70D9-9FDD-09B363188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A6EF1-AE74-6598-5012-1400566D4F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9A2D87-C8DE-8EDB-B44D-2D00423E3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779814-D6C9-7E11-33DD-8052D214D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58F16-8462-4B95-BE03-8920F6A883B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CCC97-C63B-BE1F-CB16-E20EB796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26CF5-FA5D-21E1-DEB2-1F550917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EEF64-B412-42EB-ACAF-9695C95E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68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45E8-6F89-DF2F-EB38-72E13977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8A93AB-CBCC-16DA-90CE-B417EBEDB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58F16-8462-4B95-BE03-8920F6A883B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E8F9E-0C94-ED0E-5145-0C41225E4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BF6F2-5AFE-6BDC-7D8F-9617B3E2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EEF64-B412-42EB-ACAF-9695C95E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8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7F5A6-4C16-A989-B18C-BF59F618E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58F16-8462-4B95-BE03-8920F6A883B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17335-9557-C3C1-EADD-7DFD8B017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68CA5-59FE-DFC4-0B9B-DEBD44E5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EEF64-B412-42EB-ACAF-9695C95E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6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EEB62-D582-38C0-488B-82248797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4BF0A-F01A-B940-FF3D-0919A583A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B234E-05BA-F4B6-594E-1784B83D6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C62D1-5E0C-434C-5DD9-29DC89E86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58F16-8462-4B95-BE03-8920F6A883B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51DC1-74CB-8BEC-03C0-FED3B8DC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6797A-F5C6-4236-DD08-B4B90904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EEF64-B412-42EB-ACAF-9695C95E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0A6B-30F2-6101-875B-53168AE07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D458DE-6198-3540-C714-A26696ACE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CFB62-EBE6-2AA9-23D8-02A030619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75DFF-1464-E73D-91F0-8131872FE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58F16-8462-4B95-BE03-8920F6A883B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989AE-8EBA-DECA-4435-B9616D426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C9274-BEB2-E16C-13BB-824B12CD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EEF64-B412-42EB-ACAF-9695C95E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72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C187C-7223-2D83-5C1D-25C10A34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5FA8E-4D58-2018-15B1-CB4CC4F66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6AE86-1F29-A5F2-70B4-4DE8C5833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58F16-8462-4B95-BE03-8920F6A883B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B18BF-D745-43CE-21D4-C2B840B7A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269B2-5FD2-B609-D0DB-F7B89E10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EEF64-B412-42EB-ACAF-9695C95E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6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E634A1-F4B6-EB98-03C6-F0B9E9B68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6AC23-C5DA-C580-63F3-BCE0498CD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44A7B-67DE-68A7-C6FC-EF6F9A41B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58F16-8462-4B95-BE03-8920F6A883B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0B73C-97E0-75D0-6156-738E6277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58AED-F37E-CED9-85C3-F53B717F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EEF64-B412-42EB-ACAF-9695C95E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0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998518-ADE1-B01C-EF91-0F530244F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41F49-38B9-F497-F3B4-BC1C77ADC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C8127-2D29-1D61-11E7-3B8E51F7F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58F16-8462-4B95-BE03-8920F6A883B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EC0D8-18FD-D69E-05DF-AA4D6DC9C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07687-2AFF-397B-0D9D-92894392D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EEF64-B412-42EB-ACAF-9695C95E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4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25BCA-2BC4-8099-C36F-219E6DC24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Semester Project: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Speech to Text Converter and Translator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FAC73-F421-CD64-0D8F-760BF1CC0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Rene Escobedo Trujillo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76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0B2A-5DD3-8BFC-A11C-14993B84A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3B3F0-2117-F032-6747-FAD38895E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SpeechRecognition</a:t>
            </a:r>
            <a:endParaRPr lang="en-US" dirty="0"/>
          </a:p>
          <a:p>
            <a:pPr lvl="1"/>
            <a:r>
              <a:rPr lang="en-US" dirty="0"/>
              <a:t>Google Speech Recognition API</a:t>
            </a:r>
          </a:p>
          <a:p>
            <a:r>
              <a:rPr lang="en-US" dirty="0"/>
              <a:t>Translate</a:t>
            </a:r>
          </a:p>
          <a:p>
            <a:pPr lvl="1"/>
            <a:r>
              <a:rPr lang="en-US" dirty="0" err="1"/>
              <a:t>MyMemory</a:t>
            </a:r>
            <a:r>
              <a:rPr lang="en-US" dirty="0"/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402419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ED120-93CB-E741-6DA1-6EB02BB3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Core Code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490DF6-DF76-411D-D30F-CB1EE9B20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848036"/>
            <a:ext cx="5614416" cy="31949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9CFBE6-BACF-63C8-A7FB-95426EFFE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666508"/>
            <a:ext cx="5614416" cy="1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64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A231B-9051-92A1-7A40-689561516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Core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443CB6-5250-E49D-29D9-71B32F389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169479"/>
            <a:ext cx="6780700" cy="451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990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C208-CF7F-6165-BA01-199C09CA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38ECE-9CD7-0CF8-4AB8-42F05073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3509" y="897130"/>
            <a:ext cx="1704975" cy="4984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Audio File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3FF9A6-0CB3-8C22-067E-93E3678C5266}"/>
              </a:ext>
            </a:extLst>
          </p:cNvPr>
          <p:cNvSpPr txBox="1">
            <a:spLocks/>
          </p:cNvSpPr>
          <p:nvPr/>
        </p:nvSpPr>
        <p:spPr>
          <a:xfrm>
            <a:off x="4708979" y="2255956"/>
            <a:ext cx="2774038" cy="4984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SpeechReconizer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F42682-560F-F2A6-1AD9-A7C7C0D7F585}"/>
              </a:ext>
            </a:extLst>
          </p:cNvPr>
          <p:cNvSpPr txBox="1"/>
          <p:nvPr/>
        </p:nvSpPr>
        <p:spPr>
          <a:xfrm>
            <a:off x="5517992" y="3319700"/>
            <a:ext cx="115601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2DB480C-A3E7-AA44-0D8A-BF312BB15177}"/>
              </a:ext>
            </a:extLst>
          </p:cNvPr>
          <p:cNvSpPr txBox="1">
            <a:spLocks/>
          </p:cNvSpPr>
          <p:nvPr/>
        </p:nvSpPr>
        <p:spPr>
          <a:xfrm>
            <a:off x="4708979" y="4475132"/>
            <a:ext cx="2774038" cy="4984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TranslatorService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C17ABCD-2557-0D55-2F5C-C412D267E67E}"/>
              </a:ext>
            </a:extLst>
          </p:cNvPr>
          <p:cNvSpPr txBox="1">
            <a:spLocks/>
          </p:cNvSpPr>
          <p:nvPr/>
        </p:nvSpPr>
        <p:spPr>
          <a:xfrm>
            <a:off x="4708979" y="5910440"/>
            <a:ext cx="2774038" cy="498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Translated Text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B256F6-9C1F-4196-EC86-FE68CCCCF268}"/>
              </a:ext>
            </a:extLst>
          </p:cNvPr>
          <p:cNvCxnSpPr/>
          <p:nvPr/>
        </p:nvCxnSpPr>
        <p:spPr>
          <a:xfrm>
            <a:off x="6095997" y="1511929"/>
            <a:ext cx="0" cy="624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0B8F1C-E323-1726-A686-530DF91C34AA}"/>
              </a:ext>
            </a:extLst>
          </p:cNvPr>
          <p:cNvCxnSpPr>
            <a:endCxn id="10" idx="0"/>
          </p:cNvCxnSpPr>
          <p:nvPr/>
        </p:nvCxnSpPr>
        <p:spPr>
          <a:xfrm>
            <a:off x="6095996" y="2833735"/>
            <a:ext cx="2" cy="485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FF12E87-8396-06C5-790C-92EF24317A52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6095998" y="3812143"/>
            <a:ext cx="0" cy="662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1DB8BD7-AF5D-6867-5FBE-E447E8FAFC5E}"/>
              </a:ext>
            </a:extLst>
          </p:cNvPr>
          <p:cNvCxnSpPr>
            <a:stCxn id="13" idx="2"/>
          </p:cNvCxnSpPr>
          <p:nvPr/>
        </p:nvCxnSpPr>
        <p:spPr>
          <a:xfrm flipH="1">
            <a:off x="6095996" y="4973607"/>
            <a:ext cx="2" cy="802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8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A6FB42E892FD4BBDDBE6A723B42C20" ma:contentTypeVersion="9" ma:contentTypeDescription="Create a new document." ma:contentTypeScope="" ma:versionID="30c0be2e67d80ab6bca043cad7f2b8fd">
  <xsd:schema xmlns:xsd="http://www.w3.org/2001/XMLSchema" xmlns:xs="http://www.w3.org/2001/XMLSchema" xmlns:p="http://schemas.microsoft.com/office/2006/metadata/properties" xmlns:ns3="13aace49-eaef-4458-87da-813aa0944b07" targetNamespace="http://schemas.microsoft.com/office/2006/metadata/properties" ma:root="true" ma:fieldsID="f6961151ef2e29d0d410aa4d4f6c05bf" ns3:_="">
    <xsd:import namespace="13aace49-eaef-4458-87da-813aa0944b0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ace49-eaef-4458-87da-813aa0944b0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3aace49-eaef-4458-87da-813aa0944b0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12B818-A118-4921-B920-AA1804F806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aace49-eaef-4458-87da-813aa0944b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2B9079-FCDA-4422-9F66-0B31AC8C3612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13aace49-eaef-4458-87da-813aa0944b0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34FCDF1-059C-4DA7-8D76-44FB9D3A7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34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Semester Project: Speech to Text Converter and Translator</vt:lpstr>
      <vt:lpstr>Libraries</vt:lpstr>
      <vt:lpstr>Core Code</vt:lpstr>
      <vt:lpstr>Core Code</vt:lpstr>
      <vt:lpstr>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 Escobedo Trujillo</dc:creator>
  <cp:lastModifiedBy>Rene Escobedo Trujillo</cp:lastModifiedBy>
  <cp:revision>2</cp:revision>
  <dcterms:created xsi:type="dcterms:W3CDTF">2026-04-30T22:55:13Z</dcterms:created>
  <dcterms:modified xsi:type="dcterms:W3CDTF">2026-05-03T04:36:24Z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0x01010023A6FB42E892FD4BBDDBE6A723B42C20</vt:lpwstr>
  </property>
</Properties>
</file>